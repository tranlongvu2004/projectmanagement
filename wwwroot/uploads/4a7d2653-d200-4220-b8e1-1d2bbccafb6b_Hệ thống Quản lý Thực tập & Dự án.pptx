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4a-c622-8ee6-8000-0000daf6e007.png?kimi-sig=bzVea4u7qK3Ga_88mdpRsV07HfGrzPhPRjMQ0GXygh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57-a6c2-807a-8000-0000fc73e75a.png?kimi-sig=iNx9qf60o38DomXBeqW0JadnBqGaFZSk-1K1RC9RtM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55-9822-84b9-8000-000084e56774.png?kimi-sig=RQUXvtsTcvxfa_5nyA-b8AN8k4OIaYrZi9bBkDUpx4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52-fee2-8546-8000-000028a9fe0d.png?kimi-sig=yUjdKgrHNJpCw_VmmJ0Czn1vSQd4lzQaBy2SaKCglB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57-e552-8f39-8000-00004271d0dd.png?kimi-sig=1dbrhPqrsu6GWWArekIAuLGXaYGQVuRZ0HKFZX5uuQ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56-f7f2-8be1-8000-0000332c01d2.png?kimi-sig=_zU1zE4-tjM21yyI8ht4vL2osWHe5EA5hUuVJsoyO6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6a-1032-8cc3-8000-000038be3e6e.png?kimi-sig=hdfRhKygVfZkoENFazfvT6mSBqtbaiAtk3c9Ca7VP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66-c2f2-8e72-8000-0000e1d99607.png?kimi-sig=4chMDKu5FewKG2J_lFvdjVO37zcUu8NumMpcCNvXH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64-e6c2-8174-8000-00009756e4fd.png?kimi-sig=JrMJPGi_gY5c6C8BQhbVGc9OA67mxKSGX0RqT2APl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6a-6572-8f90-8000-00004cae633f.png?kimi-sig=p2tHeWIfP4XYF5Vf6cN2w0mWgAAq4WwHBsSo3ibqiM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66-8db2-89b6-8000-0000bb634457.png?kimi-sig=f0R6z7idxYgrKYhTsSrIDqqqgWkBvaCb6J0B5lUk51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76-4bf2-8b8d-8000-0000d8829a9a.png?kimi-sig=PRYgYp3WZIRqTCedsgQwlyo7YKfmJIiZpjVmqV7F8M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70-d512-815b-8000-0000cc818efe.png?kimi-sig=WX2Q43N6AGTQcnaVIq5_R2mOzUP-_lH1ShJvPb-dk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78-b9a2-83e3-8000-00000d86e6b8.png?kimi-sig=kxEwD_zUnot60gO3HHdIKADKfJYymgDGN_NO4TVtLI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79-e4b2-827e-8000-000081a9ca29.png?kimi-sig=MgdsYUxzGOIK6Dz9I3dEYGz6YfKTop4zbXzS9fYfCm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4776-0452-88ac-8000-00008830b7ed.png?kimi-sig=lAnAto6N4ZCcCEF9OPPA2q1GyyNU6EPTtsG7iPOknU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Thực tập &amp; Dự án</dc:title>
  <dc:subject>Hệ thống Quản lý Thực tập &amp; Dự án</dc:subject>
  <dc:creator>Kimi</dc:creator>
  <cp:lastModifiedBy>Kimi</cp:lastModifiedBy>
  <cp:revision>1</cp:revision>
  <dcterms:created xsi:type="dcterms:W3CDTF">2025-12-19T03:16:01Z</dcterms:created>
  <dcterms:modified xsi:type="dcterms:W3CDTF">2025-12-19T03:16:01Z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{"Label":"Hệ thống Quản lý Thực tập &amp; Dự án","ContentProducer":"001191110108MACG2KBH8F10000","ProduceID":"19b34745-7e22-8631-8000-00006ca7a78b","ReservedCode1":"","ContentPropagator":"001191110108MACG2KBH8F20000","PropagateID":"19b34745-7e22-8631-8000-00006ca7a78b","ReservedCode2":""}</vt:lpwstr>
  </property>
</Properties>
</file>